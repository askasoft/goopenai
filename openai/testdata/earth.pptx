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7" autoAdjust="0"/>
    <p:restoredTop sz="94660"/>
  </p:normalViewPr>
  <p:slideViewPr>
    <p:cSldViewPr snapToGrid="0">
      <p:cViewPr varScale="1">
        <p:scale>
          <a:sx n="95" d="100"/>
          <a:sy n="95" d="100"/>
        </p:scale>
        <p:origin x="79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6DEE5-F0D2-BC4D-DF2C-E882D69C6B22}"/>
              </a:ext>
            </a:extLst>
          </p:cNvPr>
          <p:cNvSpPr>
            <a:spLocks noGrp="1"/>
          </p:cNvSpPr>
          <p:nvPr>
            <p:ph type="ctrTitle"/>
          </p:nvPr>
        </p:nvSpPr>
        <p:spPr>
          <a:xfrm>
            <a:off x="1524000" y="1122363"/>
            <a:ext cx="9144000" cy="2387600"/>
          </a:xfrm>
        </p:spPr>
        <p:txBody>
          <a:bodyPr anchor="b"/>
          <a:lstStyle>
            <a:lvl1pPr algn="ctr">
              <a:defRPr sz="6000"/>
            </a:lvl1pPr>
          </a:lstStyle>
          <a:p>
            <a:r>
              <a:rPr kumimoji="1" lang="en-US" altLang="ja-JP"/>
              <a:t>Click to edit Master title style</a:t>
            </a:r>
            <a:endParaRPr kumimoji="1" lang="ja-JP" altLang="en-US"/>
          </a:p>
        </p:txBody>
      </p:sp>
      <p:sp>
        <p:nvSpPr>
          <p:cNvPr id="3" name="Subtitle 2">
            <a:extLst>
              <a:ext uri="{FF2B5EF4-FFF2-40B4-BE49-F238E27FC236}">
                <a16:creationId xmlns:a16="http://schemas.microsoft.com/office/drawing/2014/main" id="{C1A7F299-ED37-7EB1-898B-997A1155F9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en-US" altLang="ja-JP"/>
              <a:t>Click to edit Master subtitle style</a:t>
            </a:r>
            <a:endParaRPr kumimoji="1" lang="ja-JP" altLang="en-US"/>
          </a:p>
        </p:txBody>
      </p:sp>
      <p:sp>
        <p:nvSpPr>
          <p:cNvPr id="4" name="Date Placeholder 3">
            <a:extLst>
              <a:ext uri="{FF2B5EF4-FFF2-40B4-BE49-F238E27FC236}">
                <a16:creationId xmlns:a16="http://schemas.microsoft.com/office/drawing/2014/main" id="{1F597E35-AE26-4A9D-F7EB-E5245C3FB147}"/>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5" name="Footer Placeholder 4">
            <a:extLst>
              <a:ext uri="{FF2B5EF4-FFF2-40B4-BE49-F238E27FC236}">
                <a16:creationId xmlns:a16="http://schemas.microsoft.com/office/drawing/2014/main" id="{417ADB3F-9FEF-D4BA-53D0-66DAAE86074F}"/>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2739E1D6-AD99-17C9-899D-ED475C58851D}"/>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2501770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128A9-02FB-0AE1-CE1A-6F34A8812291}"/>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A125E7DD-F5B1-B72F-C4E2-3401A87BDD78}"/>
              </a:ext>
            </a:extLst>
          </p:cNvPr>
          <p:cNvSpPr>
            <a:spLocks noGrp="1"/>
          </p:cNvSpPr>
          <p:nvPr>
            <p:ph idx="1"/>
          </p:nvPr>
        </p:nvSpPr>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EBF4215C-C678-B6EE-01F0-7A383BCA3B12}"/>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5" name="Footer Placeholder 4">
            <a:extLst>
              <a:ext uri="{FF2B5EF4-FFF2-40B4-BE49-F238E27FC236}">
                <a16:creationId xmlns:a16="http://schemas.microsoft.com/office/drawing/2014/main" id="{8F919D9B-83E4-9E98-1C62-31A66F144AA1}"/>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1CE9D2F1-C868-D682-D98D-7803AB613248}"/>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3675941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8A548-A867-2262-5BA2-2304129FB39E}"/>
              </a:ext>
            </a:extLst>
          </p:cNvPr>
          <p:cNvSpPr>
            <a:spLocks noGrp="1"/>
          </p:cNvSpPr>
          <p:nvPr>
            <p:ph type="title"/>
          </p:nvPr>
        </p:nvSpPr>
        <p:spPr>
          <a:xfrm>
            <a:off x="831850" y="1709738"/>
            <a:ext cx="10515600" cy="2852737"/>
          </a:xfrm>
        </p:spPr>
        <p:txBody>
          <a:bodyPr anchor="b"/>
          <a:lstStyle>
            <a:lvl1pPr>
              <a:defRPr sz="6000"/>
            </a:lvl1p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3060527A-EB73-C9E6-8B7B-404E9707DD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en-US" altLang="ja-JP"/>
              <a:t>Click to edit Master text styles</a:t>
            </a:r>
          </a:p>
        </p:txBody>
      </p:sp>
      <p:sp>
        <p:nvSpPr>
          <p:cNvPr id="4" name="Date Placeholder 3">
            <a:extLst>
              <a:ext uri="{FF2B5EF4-FFF2-40B4-BE49-F238E27FC236}">
                <a16:creationId xmlns:a16="http://schemas.microsoft.com/office/drawing/2014/main" id="{1B35CC8B-40D7-5AE3-0F8F-177A69C1407D}"/>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5" name="Footer Placeholder 4">
            <a:extLst>
              <a:ext uri="{FF2B5EF4-FFF2-40B4-BE49-F238E27FC236}">
                <a16:creationId xmlns:a16="http://schemas.microsoft.com/office/drawing/2014/main" id="{3051E58B-6A99-B42A-2D27-60A1B3072251}"/>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B443F028-051D-6658-2C2A-87F92F952FBE}"/>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2615724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3D86-EA9F-8842-45D5-0BA23AB0B03E}"/>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D1535A89-C1C8-4DA9-08DC-13B2BFBBFDC9}"/>
              </a:ext>
            </a:extLst>
          </p:cNvPr>
          <p:cNvSpPr>
            <a:spLocks noGrp="1"/>
          </p:cNvSpPr>
          <p:nvPr>
            <p:ph sz="half" idx="1"/>
          </p:nvPr>
        </p:nvSpPr>
        <p:spPr>
          <a:xfrm>
            <a:off x="838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Content Placeholder 3">
            <a:extLst>
              <a:ext uri="{FF2B5EF4-FFF2-40B4-BE49-F238E27FC236}">
                <a16:creationId xmlns:a16="http://schemas.microsoft.com/office/drawing/2014/main" id="{AB846E6E-4ED3-3BA2-3200-B3BFB89855D6}"/>
              </a:ext>
            </a:extLst>
          </p:cNvPr>
          <p:cNvSpPr>
            <a:spLocks noGrp="1"/>
          </p:cNvSpPr>
          <p:nvPr>
            <p:ph sz="half" idx="2"/>
          </p:nvPr>
        </p:nvSpPr>
        <p:spPr>
          <a:xfrm>
            <a:off x="6172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Date Placeholder 4">
            <a:extLst>
              <a:ext uri="{FF2B5EF4-FFF2-40B4-BE49-F238E27FC236}">
                <a16:creationId xmlns:a16="http://schemas.microsoft.com/office/drawing/2014/main" id="{C4C56D43-BB38-7A05-BF7B-9C8495404A7E}"/>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6" name="Footer Placeholder 5">
            <a:extLst>
              <a:ext uri="{FF2B5EF4-FFF2-40B4-BE49-F238E27FC236}">
                <a16:creationId xmlns:a16="http://schemas.microsoft.com/office/drawing/2014/main" id="{C060E7E5-AABE-EDCC-BE81-8DA9A7A282B1}"/>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FED1DD5F-8595-E161-B541-251FBE1C4FBC}"/>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130080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91E9-086B-FABB-8DE0-6EFF179415DC}"/>
              </a:ext>
            </a:extLst>
          </p:cNvPr>
          <p:cNvSpPr>
            <a:spLocks noGrp="1"/>
          </p:cNvSpPr>
          <p:nvPr>
            <p:ph type="title"/>
          </p:nvPr>
        </p:nvSpPr>
        <p:spPr>
          <a:xfrm>
            <a:off x="839788" y="365125"/>
            <a:ext cx="10515600" cy="1325563"/>
          </a:xfrm>
        </p:spPr>
        <p:txBody>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759BC208-6AC7-3464-7CC5-55F39E023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4" name="Content Placeholder 3">
            <a:extLst>
              <a:ext uri="{FF2B5EF4-FFF2-40B4-BE49-F238E27FC236}">
                <a16:creationId xmlns:a16="http://schemas.microsoft.com/office/drawing/2014/main" id="{642EA5D9-2D46-4E0F-6189-4BFD53AAD3DD}"/>
              </a:ext>
            </a:extLst>
          </p:cNvPr>
          <p:cNvSpPr>
            <a:spLocks noGrp="1"/>
          </p:cNvSpPr>
          <p:nvPr>
            <p:ph sz="half" idx="2"/>
          </p:nvPr>
        </p:nvSpPr>
        <p:spPr>
          <a:xfrm>
            <a:off x="839788" y="2505075"/>
            <a:ext cx="5157787"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Text Placeholder 4">
            <a:extLst>
              <a:ext uri="{FF2B5EF4-FFF2-40B4-BE49-F238E27FC236}">
                <a16:creationId xmlns:a16="http://schemas.microsoft.com/office/drawing/2014/main" id="{35A07242-BB93-23BF-8F8A-9D51B531B5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6" name="Content Placeholder 5">
            <a:extLst>
              <a:ext uri="{FF2B5EF4-FFF2-40B4-BE49-F238E27FC236}">
                <a16:creationId xmlns:a16="http://schemas.microsoft.com/office/drawing/2014/main" id="{6670175C-DCB4-95BF-C42F-8A5100AAC948}"/>
              </a:ext>
            </a:extLst>
          </p:cNvPr>
          <p:cNvSpPr>
            <a:spLocks noGrp="1"/>
          </p:cNvSpPr>
          <p:nvPr>
            <p:ph sz="quarter" idx="4"/>
          </p:nvPr>
        </p:nvSpPr>
        <p:spPr>
          <a:xfrm>
            <a:off x="6172200" y="2505075"/>
            <a:ext cx="5183188"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7" name="Date Placeholder 6">
            <a:extLst>
              <a:ext uri="{FF2B5EF4-FFF2-40B4-BE49-F238E27FC236}">
                <a16:creationId xmlns:a16="http://schemas.microsoft.com/office/drawing/2014/main" id="{97BACE15-EE38-473B-A79E-CE324336774F}"/>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8" name="Footer Placeholder 7">
            <a:extLst>
              <a:ext uri="{FF2B5EF4-FFF2-40B4-BE49-F238E27FC236}">
                <a16:creationId xmlns:a16="http://schemas.microsoft.com/office/drawing/2014/main" id="{80F61F98-7B18-ECE0-E849-D59385BF5229}"/>
              </a:ext>
            </a:extLst>
          </p:cNvPr>
          <p:cNvSpPr>
            <a:spLocks noGrp="1"/>
          </p:cNvSpPr>
          <p:nvPr>
            <p:ph type="ftr" sz="quarter" idx="11"/>
          </p:nvPr>
        </p:nvSpPr>
        <p:spPr/>
        <p:txBody>
          <a:bodyPr/>
          <a:lstStyle/>
          <a:p>
            <a:endParaRPr kumimoji="1" lang="ja-JP" altLang="en-US"/>
          </a:p>
        </p:txBody>
      </p:sp>
      <p:sp>
        <p:nvSpPr>
          <p:cNvPr id="9" name="Slide Number Placeholder 8">
            <a:extLst>
              <a:ext uri="{FF2B5EF4-FFF2-40B4-BE49-F238E27FC236}">
                <a16:creationId xmlns:a16="http://schemas.microsoft.com/office/drawing/2014/main" id="{7B51AC86-B802-B742-B2C1-13DC40E0D18F}"/>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3860056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978B-1B31-B638-6352-2CDA507DF629}"/>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Date Placeholder 2">
            <a:extLst>
              <a:ext uri="{FF2B5EF4-FFF2-40B4-BE49-F238E27FC236}">
                <a16:creationId xmlns:a16="http://schemas.microsoft.com/office/drawing/2014/main" id="{A56332D9-083C-031C-6F20-C8C06FDC3C26}"/>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4" name="Footer Placeholder 3">
            <a:extLst>
              <a:ext uri="{FF2B5EF4-FFF2-40B4-BE49-F238E27FC236}">
                <a16:creationId xmlns:a16="http://schemas.microsoft.com/office/drawing/2014/main" id="{679CC74A-AF73-3038-87CC-52CFF530F71C}"/>
              </a:ext>
            </a:extLst>
          </p:cNvPr>
          <p:cNvSpPr>
            <a:spLocks noGrp="1"/>
          </p:cNvSpPr>
          <p:nvPr>
            <p:ph type="ftr" sz="quarter" idx="11"/>
          </p:nvPr>
        </p:nvSpPr>
        <p:spPr/>
        <p:txBody>
          <a:bodyPr/>
          <a:lstStyle/>
          <a:p>
            <a:endParaRPr kumimoji="1" lang="ja-JP" altLang="en-US"/>
          </a:p>
        </p:txBody>
      </p:sp>
      <p:sp>
        <p:nvSpPr>
          <p:cNvPr id="5" name="Slide Number Placeholder 4">
            <a:extLst>
              <a:ext uri="{FF2B5EF4-FFF2-40B4-BE49-F238E27FC236}">
                <a16:creationId xmlns:a16="http://schemas.microsoft.com/office/drawing/2014/main" id="{5F5EFA05-E1FC-A482-8049-9786E5440E43}"/>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2468648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B67949-675F-8092-D203-7B4DD056F92D}"/>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3" name="Footer Placeholder 2">
            <a:extLst>
              <a:ext uri="{FF2B5EF4-FFF2-40B4-BE49-F238E27FC236}">
                <a16:creationId xmlns:a16="http://schemas.microsoft.com/office/drawing/2014/main" id="{2E204266-DC8B-9562-F884-A07E46FE8A10}"/>
              </a:ext>
            </a:extLst>
          </p:cNvPr>
          <p:cNvSpPr>
            <a:spLocks noGrp="1"/>
          </p:cNvSpPr>
          <p:nvPr>
            <p:ph type="ftr" sz="quarter" idx="1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EDFED95B-04DC-34D4-A350-6EBF1BB0156B}"/>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229412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9468D-B118-C828-2E4D-C2220CD23986}"/>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E719E25C-ABB5-CEBE-9A7D-C930D2CC2D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Text Placeholder 3">
            <a:extLst>
              <a:ext uri="{FF2B5EF4-FFF2-40B4-BE49-F238E27FC236}">
                <a16:creationId xmlns:a16="http://schemas.microsoft.com/office/drawing/2014/main" id="{E091975B-D4B2-511A-DF40-E0153427B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FA429D0E-780B-12AA-1564-06C808D6A035}"/>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6" name="Footer Placeholder 5">
            <a:extLst>
              <a:ext uri="{FF2B5EF4-FFF2-40B4-BE49-F238E27FC236}">
                <a16:creationId xmlns:a16="http://schemas.microsoft.com/office/drawing/2014/main" id="{B96A7585-62E6-92F9-96C8-1DE89C48CDE0}"/>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1BC203C0-E4C6-9B29-AA14-2FB5EFC2BA5B}"/>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1193534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66F33-B70F-524C-0E8A-B6A677BA8865}"/>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Picture Placeholder 2">
            <a:extLst>
              <a:ext uri="{FF2B5EF4-FFF2-40B4-BE49-F238E27FC236}">
                <a16:creationId xmlns:a16="http://schemas.microsoft.com/office/drawing/2014/main" id="{20B8DBD6-77C5-B723-E9E2-A3109D11D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Text Placeholder 3">
            <a:extLst>
              <a:ext uri="{FF2B5EF4-FFF2-40B4-BE49-F238E27FC236}">
                <a16:creationId xmlns:a16="http://schemas.microsoft.com/office/drawing/2014/main" id="{921042CD-EE80-FC32-D433-C50FD7733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43CE1A99-6A87-8C03-1A0C-398EAB2C164C}"/>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6" name="Footer Placeholder 5">
            <a:extLst>
              <a:ext uri="{FF2B5EF4-FFF2-40B4-BE49-F238E27FC236}">
                <a16:creationId xmlns:a16="http://schemas.microsoft.com/office/drawing/2014/main" id="{40C9114C-8AC4-79E0-1773-22124550C7C9}"/>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4515475C-C98D-242F-8D78-C45BE5A2DCDA}"/>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1992464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07DDA-E237-AA92-C1EC-4E495BB917AA}"/>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A20A6AC6-907A-E01A-E076-FAF637D62B3C}"/>
              </a:ext>
            </a:extLst>
          </p:cNvPr>
          <p:cNvSpPr>
            <a:spLocks noGrp="1"/>
          </p:cNvSpPr>
          <p:nvPr>
            <p:ph type="body" orient="vert" idx="1"/>
          </p:nvPr>
        </p:nvSpPr>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997B0AC9-9211-8041-C89C-DC0F3B06FDD0}"/>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5" name="Footer Placeholder 4">
            <a:extLst>
              <a:ext uri="{FF2B5EF4-FFF2-40B4-BE49-F238E27FC236}">
                <a16:creationId xmlns:a16="http://schemas.microsoft.com/office/drawing/2014/main" id="{7B0181BE-01D5-C88E-0D60-DC2A720AEB24}"/>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8422A7F2-8FBC-424F-8230-872F7E4BED26}"/>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1328939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58A0B-5790-2011-3B13-C03EC763C551}"/>
              </a:ext>
            </a:extLst>
          </p:cNvPr>
          <p:cNvSpPr>
            <a:spLocks noGrp="1"/>
          </p:cNvSpPr>
          <p:nvPr>
            <p:ph type="title" orient="vert"/>
          </p:nvPr>
        </p:nvSpPr>
        <p:spPr>
          <a:xfrm>
            <a:off x="8724900" y="365125"/>
            <a:ext cx="2628900" cy="5811838"/>
          </a:xfrm>
        </p:spPr>
        <p:txBody>
          <a:bodyPr vert="eaVert"/>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E0527D9E-A418-DA56-9118-13E6FBEC85D3}"/>
              </a:ext>
            </a:extLst>
          </p:cNvPr>
          <p:cNvSpPr>
            <a:spLocks noGrp="1"/>
          </p:cNvSpPr>
          <p:nvPr>
            <p:ph type="body" orient="vert" idx="1"/>
          </p:nvPr>
        </p:nvSpPr>
        <p:spPr>
          <a:xfrm>
            <a:off x="838200" y="365125"/>
            <a:ext cx="7734300" cy="5811838"/>
          </a:xfrm>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0F0C9B10-0930-5411-AC31-B56059D82679}"/>
              </a:ext>
            </a:extLst>
          </p:cNvPr>
          <p:cNvSpPr>
            <a:spLocks noGrp="1"/>
          </p:cNvSpPr>
          <p:nvPr>
            <p:ph type="dt" sz="half" idx="10"/>
          </p:nvPr>
        </p:nvSpPr>
        <p:spPr/>
        <p:txBody>
          <a:bodyPr/>
          <a:lstStyle/>
          <a:p>
            <a:fld id="{F9FB8049-14F7-4C54-AF85-1DB1D94D3BBE}" type="datetimeFigureOut">
              <a:rPr kumimoji="1" lang="ja-JP" altLang="en-US" smtClean="0"/>
              <a:t>2026/3/1</a:t>
            </a:fld>
            <a:endParaRPr kumimoji="1" lang="ja-JP" altLang="en-US"/>
          </a:p>
        </p:txBody>
      </p:sp>
      <p:sp>
        <p:nvSpPr>
          <p:cNvPr id="5" name="Footer Placeholder 4">
            <a:extLst>
              <a:ext uri="{FF2B5EF4-FFF2-40B4-BE49-F238E27FC236}">
                <a16:creationId xmlns:a16="http://schemas.microsoft.com/office/drawing/2014/main" id="{E8F4B650-7A3F-8D5C-DD22-168B5E782BAB}"/>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DA4DAB83-9E75-D5D5-E741-EB101C1985C8}"/>
              </a:ext>
            </a:extLst>
          </p:cNvPr>
          <p:cNvSpPr>
            <a:spLocks noGrp="1"/>
          </p:cNvSpPr>
          <p:nvPr>
            <p:ph type="sldNum" sz="quarter" idx="12"/>
          </p:nvPr>
        </p:nvSpPr>
        <p:spPr/>
        <p:txBody>
          <a:body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13491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07AF27-DEB1-F6D5-F886-7749B2322F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C4E28518-9985-ACF9-64AE-E9D40EF802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1C2AAF39-6A96-4ABB-0F00-85336FBAD3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FB8049-14F7-4C54-AF85-1DB1D94D3BBE}" type="datetimeFigureOut">
              <a:rPr kumimoji="1" lang="ja-JP" altLang="en-US" smtClean="0"/>
              <a:t>2026/3/1</a:t>
            </a:fld>
            <a:endParaRPr kumimoji="1" lang="ja-JP" altLang="en-US"/>
          </a:p>
        </p:txBody>
      </p:sp>
      <p:sp>
        <p:nvSpPr>
          <p:cNvPr id="5" name="Footer Placeholder 4">
            <a:extLst>
              <a:ext uri="{FF2B5EF4-FFF2-40B4-BE49-F238E27FC236}">
                <a16:creationId xmlns:a16="http://schemas.microsoft.com/office/drawing/2014/main" id="{8A467AA4-21D1-C71C-90BF-21652BE6D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a:extLst>
              <a:ext uri="{FF2B5EF4-FFF2-40B4-BE49-F238E27FC236}">
                <a16:creationId xmlns:a16="http://schemas.microsoft.com/office/drawing/2014/main" id="{A8EDEE22-0AE1-B2B9-B2FE-CB49D88AFB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E6521E-677E-4B24-AC82-40DD1785F6E1}" type="slidenum">
              <a:rPr kumimoji="1" lang="ja-JP" altLang="en-US" smtClean="0"/>
              <a:t>‹#›</a:t>
            </a:fld>
            <a:endParaRPr kumimoji="1" lang="ja-JP" altLang="en-US"/>
          </a:p>
        </p:txBody>
      </p:sp>
    </p:spTree>
    <p:extLst>
      <p:ext uri="{BB962C8B-B14F-4D97-AF65-F5344CB8AC3E}">
        <p14:creationId xmlns:p14="http://schemas.microsoft.com/office/powerpoint/2010/main" val="92539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3A364-83DF-94BF-6AF6-9DE4A7A33ECF}"/>
              </a:ext>
            </a:extLst>
          </p:cNvPr>
          <p:cNvSpPr>
            <a:spLocks noGrp="1"/>
          </p:cNvSpPr>
          <p:nvPr>
            <p:ph type="ctrTitle"/>
          </p:nvPr>
        </p:nvSpPr>
        <p:spPr/>
        <p:txBody>
          <a:bodyPr/>
          <a:lstStyle/>
          <a:p>
            <a:r>
              <a:rPr kumimoji="1" lang="en-US" altLang="ja-JP" dirty="0"/>
              <a:t>earth</a:t>
            </a:r>
            <a:endParaRPr kumimoji="1" lang="ja-JP" altLang="en-US" dirty="0"/>
          </a:p>
        </p:txBody>
      </p:sp>
      <p:sp>
        <p:nvSpPr>
          <p:cNvPr id="3" name="Subtitle 2">
            <a:extLst>
              <a:ext uri="{FF2B5EF4-FFF2-40B4-BE49-F238E27FC236}">
                <a16:creationId xmlns:a16="http://schemas.microsoft.com/office/drawing/2014/main" id="{5D93CBF6-A28F-166C-F86D-2762BA9DD3DA}"/>
              </a:ext>
            </a:extLst>
          </p:cNvPr>
          <p:cNvSpPr>
            <a:spLocks noGrp="1"/>
          </p:cNvSpPr>
          <p:nvPr>
            <p:ph type="subTitle" idx="1"/>
          </p:nvPr>
        </p:nvSpPr>
        <p:spPr/>
        <p:txBody>
          <a:bodyPr>
            <a:normAutofit fontScale="62500" lnSpcReduction="20000"/>
          </a:bodyPr>
          <a:lstStyle/>
          <a:p>
            <a:r>
              <a:rPr lang="en-US" altLang="ja-JP" dirty="0"/>
              <a:t> </a:t>
            </a:r>
            <a:endParaRPr lang="ja-JP" altLang="ja-JP" dirty="0"/>
          </a:p>
          <a:p>
            <a:r>
              <a:rPr lang="en-US" altLang="ja-JP" dirty="0"/>
              <a:t>Earth is the third planet from the Sun and the only astronomical object known to harbor life. While large volumes of water can be found throughout the Solar System, only Earth sustains liquid surface water. About 71% of Earth's surface is made up of the ocean, dwarfing Earth's polar ice, lakes, and rivers. The remaining 29% of Earth's surface is land, consisting of continents and islands. Earth's surface layer is formed of several slowly moving tectonic plates, interacting to produce mountain ranges, volcanoes, and earthquakes. Earth's liquid outer core generates the magnetic field that shapes Earth's magnetosphere, deflecting destructive solar winds.</a:t>
            </a:r>
            <a:endParaRPr lang="ja-JP" altLang="ja-JP" dirty="0"/>
          </a:p>
          <a:p>
            <a:endParaRPr kumimoji="1" lang="ja-JP" altLang="en-US" dirty="0"/>
          </a:p>
        </p:txBody>
      </p:sp>
    </p:spTree>
    <p:extLst>
      <p:ext uri="{BB962C8B-B14F-4D97-AF65-F5344CB8AC3E}">
        <p14:creationId xmlns:p14="http://schemas.microsoft.com/office/powerpoint/2010/main" val="1305376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游ゴシック</vt:lpstr>
      <vt:lpstr>游ゴシック Light</vt:lpstr>
      <vt:lpstr>Arial</vt:lpstr>
      <vt:lpstr>Office Theme</vt:lpstr>
      <vt:lpstr>earth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云峰 王</dc:creator>
  <cp:lastModifiedBy>云峰 王</cp:lastModifiedBy>
  <cp:revision>1</cp:revision>
  <dcterms:created xsi:type="dcterms:W3CDTF">2026-03-01T10:12:28Z</dcterms:created>
  <dcterms:modified xsi:type="dcterms:W3CDTF">2026-03-01T10:12:55Z</dcterms:modified>
</cp:coreProperties>
</file>